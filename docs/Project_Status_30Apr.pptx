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Status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window: 30 Apr – 14 May 2026   •   1 May holiday observed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57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 30 Apr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777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done  •  1 active  •  3 queued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0332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3703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73352"/>
            <a:ext cx="13716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73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profiling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clustering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for FK relations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417320"/>
            <a:ext cx="370332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417320"/>
            <a:ext cx="3703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673352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673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132320" y="2011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access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1417320"/>
            <a:ext cx="370332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417320"/>
            <a:ext cx="3703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1673352"/>
            <a:ext cx="137160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673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0972800" y="2011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23317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 module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framework creation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68880" y="4498848"/>
            <a:ext cx="6096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078480" y="4498848"/>
            <a:ext cx="609600" cy="38404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784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784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88080" y="4498848"/>
            <a:ext cx="6096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80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880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97680" y="4498848"/>
            <a:ext cx="6096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976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072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72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072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5168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168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68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1264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7360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360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360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3456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456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456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955280" y="4498848"/>
            <a:ext cx="6096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552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564880" y="4498848"/>
            <a:ext cx="6096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648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5648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1744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744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1744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97840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840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7840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03936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936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3936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1003280" y="4498848"/>
            <a:ext cx="60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003280" y="451713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003280" y="4700016"/>
            <a:ext cx="60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57200" y="49377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access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2468880" y="4956048"/>
            <a:ext cx="914400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87168" y="4983480"/>
            <a:ext cx="240182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51846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468880" y="5202936"/>
            <a:ext cx="914400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25568" y="5230368"/>
            <a:ext cx="3011424" cy="146304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4315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framework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2468880" y="5449824"/>
            <a:ext cx="914400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54368" y="5477256"/>
            <a:ext cx="3621024" cy="146304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5678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468880" y="5696712"/>
            <a:ext cx="914400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83168" y="5724144"/>
            <a:ext cx="3011424" cy="146304"/>
          </a:xfrm>
          <a:prstGeom prst="rect">
            <a:avLst/>
          </a:prstGeom>
          <a:solidFill>
            <a:srgbClr val="0F2A47">
              <a:alpha val="75000"/>
            </a:srgbClr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73680" y="4498848"/>
            <a:ext cx="0" cy="1417320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11308080" y="4498848"/>
            <a:ext cx="0" cy="141732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4297680" y="4178808"/>
            <a:ext cx="164592" cy="164592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98848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349240" y="4178808"/>
            <a:ext cx="164592" cy="164592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50408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400800" y="4178808"/>
            <a:ext cx="164592" cy="164592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601968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452360" y="4178808"/>
            <a:ext cx="164592" cy="164592"/>
          </a:xfrm>
          <a:prstGeom prst="rect">
            <a:avLst/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653528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57200" y="6172200"/>
            <a:ext cx="112471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57200" y="617220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0080" y="6217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ASSUMPTIONS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40080" y="6428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 subject to change if delays in data delivery or access provisioning.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 &amp; description may not be feasible if data cannot be sent to the LLM.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Status</dc:title>
  <dc:subject>PptxGenJS Presentation</dc:subject>
  <dc:creator>PptxGenJS</dc:creator>
  <cp:lastModifiedBy>PptxGenJS</cp:lastModifiedBy>
  <cp:revision>1</cp:revision>
  <dcterms:created xsi:type="dcterms:W3CDTF">2026-04-30T09:45:31Z</dcterms:created>
  <dcterms:modified xsi:type="dcterms:W3CDTF">2026-04-30T09:45:31Z</dcterms:modified>
</cp:coreProperties>
</file>